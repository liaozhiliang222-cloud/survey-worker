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109728" cy="6144768"/>
          </a:xfrm>
          <a:prstGeom prst="rect">
            <a:avLst/>
          </a:prstGeom>
          <a:solidFill>
            <a:srgbClr val="29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K_KICKER"/>
          <p:cNvSpPr txBox="1"/>
          <p:nvPr/>
        </p:nvSpPr>
        <p:spPr>
          <a:xfrm>
            <a:off x="749808" y="228600"/>
            <a:ext cx="228600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850">
                <a:solidFill>
                  <a:srgbClr val="667085"/>
                </a:solidFill>
                <a:latin typeface="Microsoft YaHei"/>
              </a:rPr>
              <a:t>SK_KICKER</a:t>
            </a:r>
          </a:p>
        </p:txBody>
      </p:sp>
      <p:sp>
        <p:nvSpPr>
          <p:cNvPr id="4" name="SK_TITLE"/>
          <p:cNvSpPr txBox="1"/>
          <p:nvPr/>
        </p:nvSpPr>
        <p:spPr>
          <a:xfrm>
            <a:off x="749808" y="566928"/>
            <a:ext cx="813816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>
                <a:solidFill>
                  <a:srgbClr val="667085"/>
                </a:solidFill>
                <a:latin typeface="Microsoft YaHei"/>
              </a:rPr>
              <a:t>SK_TITLE</a:t>
            </a:r>
          </a:p>
        </p:txBody>
      </p:sp>
      <p:sp>
        <p:nvSpPr>
          <p:cNvPr id="5" name="SK_SUBTITLE"/>
          <p:cNvSpPr txBox="1"/>
          <p:nvPr/>
        </p:nvSpPr>
        <p:spPr>
          <a:xfrm>
            <a:off x="768096" y="1060704"/>
            <a:ext cx="804672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850">
                <a:solidFill>
                  <a:srgbClr val="667085"/>
                </a:solidFill>
                <a:latin typeface="Microsoft YaHei"/>
              </a:rPr>
              <a:t>SK_SUBTITLE</a:t>
            </a:r>
          </a:p>
        </p:txBody>
      </p:sp>
      <p:sp>
        <p:nvSpPr>
          <p:cNvPr id="6" name="SK_BRAND"/>
          <p:cNvSpPr txBox="1"/>
          <p:nvPr/>
        </p:nvSpPr>
        <p:spPr>
          <a:xfrm>
            <a:off x="749808" y="6473952"/>
            <a:ext cx="201168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750">
                <a:solidFill>
                  <a:srgbClr val="667085"/>
                </a:solidFill>
                <a:latin typeface="Microsoft YaHei"/>
              </a:rPr>
              <a:t>SK_BRAND</a:t>
            </a:r>
          </a:p>
        </p:txBody>
      </p:sp>
      <p:sp>
        <p:nvSpPr>
          <p:cNvPr id="7" name="SK_PAGE_NO"/>
          <p:cNvSpPr txBox="1"/>
          <p:nvPr/>
        </p:nvSpPr>
        <p:spPr>
          <a:xfrm>
            <a:off x="11045952" y="6473952"/>
            <a:ext cx="41148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750">
                <a:solidFill>
                  <a:srgbClr val="667085"/>
                </a:solidFill>
                <a:latin typeface="Microsoft YaHei"/>
              </a:rPr>
              <a:t>SK_PAGE_NO</a:t>
            </a:r>
          </a:p>
        </p:txBody>
      </p:sp>
      <p:sp>
        <p:nvSpPr>
          <p:cNvPr id="8" name="SK_FOOTNOTE"/>
          <p:cNvSpPr txBox="1"/>
          <p:nvPr/>
        </p:nvSpPr>
        <p:spPr>
          <a:xfrm>
            <a:off x="2926080" y="6473952"/>
            <a:ext cx="621792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750">
                <a:solidFill>
                  <a:srgbClr val="667085"/>
                </a:solidFill>
                <a:latin typeface="Microsoft YaHei"/>
              </a:rPr>
              <a:t>SK_FOOTNOTE</a:t>
            </a:r>
          </a:p>
        </p:txBody>
      </p:sp>
      <p:sp>
        <p:nvSpPr>
          <p:cNvPr id="9" name="SK_KEEP"/>
          <p:cNvSpPr txBox="1"/>
          <p:nvPr/>
        </p:nvSpPr>
        <p:spPr>
          <a:xfrm>
            <a:off x="9646920" y="347472"/>
            <a:ext cx="169164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t>project_background / background_contrast_v1</a:t>
            </a:r>
          </a:p>
        </p:txBody>
      </p:sp>
      <p:sp>
        <p:nvSpPr>
          <p:cNvPr id="10" name="SK_BODY_01"/>
          <p:cNvSpPr txBox="1"/>
          <p:nvPr/>
        </p:nvSpPr>
        <p:spPr>
          <a:xfrm>
            <a:off x="822960" y="1645920"/>
            <a:ext cx="292608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>
                <a:solidFill>
                  <a:srgbClr val="667085"/>
                </a:solidFill>
                <a:latin typeface="Microsoft YaHei"/>
              </a:rPr>
              <a:t>SK_BODY_01</a:t>
            </a:r>
          </a:p>
        </p:txBody>
      </p:sp>
      <p:sp>
        <p:nvSpPr>
          <p:cNvPr id="11" name="SK_BODY_02"/>
          <p:cNvSpPr txBox="1"/>
          <p:nvPr/>
        </p:nvSpPr>
        <p:spPr>
          <a:xfrm>
            <a:off x="4206240" y="1645920"/>
            <a:ext cx="292608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>
                <a:solidFill>
                  <a:srgbClr val="667085"/>
                </a:solidFill>
                <a:latin typeface="Microsoft YaHei"/>
              </a:rPr>
              <a:t>SK_BODY_02</a:t>
            </a:r>
          </a:p>
        </p:txBody>
      </p:sp>
      <p:sp>
        <p:nvSpPr>
          <p:cNvPr id="12" name="SK_BODY_03"/>
          <p:cNvSpPr txBox="1"/>
          <p:nvPr/>
        </p:nvSpPr>
        <p:spPr>
          <a:xfrm>
            <a:off x="7589520" y="1645920"/>
            <a:ext cx="292608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>
                <a:solidFill>
                  <a:srgbClr val="667085"/>
                </a:solidFill>
                <a:latin typeface="Microsoft YaHei"/>
              </a:rPr>
              <a:t>SK_BODY_03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