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report_example / chart_insight_v1</a:t>
            </a:r>
          </a:p>
        </p:txBody>
      </p:sp>
      <p:sp>
        <p:nvSpPr>
          <p:cNvPr id="10" name="SK_CHART_01"/>
          <p:cNvSpPr txBox="1"/>
          <p:nvPr/>
        </p:nvSpPr>
        <p:spPr>
          <a:xfrm>
            <a:off x="822960" y="1691640"/>
            <a:ext cx="4754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SK_CHART_01</a:t>
            </a:r>
          </a:p>
        </p:txBody>
      </p:sp>
      <p:sp>
        <p:nvSpPr>
          <p:cNvPr id="11" name="SK_CHART_02"/>
          <p:cNvSpPr txBox="1"/>
          <p:nvPr/>
        </p:nvSpPr>
        <p:spPr>
          <a:xfrm>
            <a:off x="6309360" y="1691640"/>
            <a:ext cx="47548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SK_CHART_02</a:t>
            </a:r>
          </a:p>
        </p:txBody>
      </p:sp>
      <p:sp>
        <p:nvSpPr>
          <p:cNvPr id="12" name="SK_CHART_TITLE_01"/>
          <p:cNvSpPr txBox="1"/>
          <p:nvPr/>
        </p:nvSpPr>
        <p:spPr>
          <a:xfrm>
            <a:off x="822960" y="2441448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SK_CHART_TITLE_01</a:t>
            </a:r>
          </a:p>
        </p:txBody>
      </p:sp>
      <p:sp>
        <p:nvSpPr>
          <p:cNvPr id="13" name="SK_CHART_TITLE_02"/>
          <p:cNvSpPr txBox="1"/>
          <p:nvPr/>
        </p:nvSpPr>
        <p:spPr>
          <a:xfrm>
            <a:off x="6309360" y="2441448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SK_CHART_TITLE_02</a:t>
            </a:r>
          </a:p>
        </p:txBody>
      </p:sp>
      <p:sp>
        <p:nvSpPr>
          <p:cNvPr id="14" name="SK_INSIGHT_01"/>
          <p:cNvSpPr txBox="1"/>
          <p:nvPr/>
        </p:nvSpPr>
        <p:spPr>
          <a:xfrm>
            <a:off x="822960" y="3191256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SK_INSIGHT_01</a:t>
            </a:r>
          </a:p>
        </p:txBody>
      </p:sp>
      <p:sp>
        <p:nvSpPr>
          <p:cNvPr id="15" name="SK_INSIGHT_02"/>
          <p:cNvSpPr txBox="1"/>
          <p:nvPr/>
        </p:nvSpPr>
        <p:spPr>
          <a:xfrm>
            <a:off x="6309360" y="3191256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SK_INSIGHT_02</a:t>
            </a:r>
          </a:p>
        </p:txBody>
      </p:sp>
      <p:sp>
        <p:nvSpPr>
          <p:cNvPr id="16" name="SK_INSIGHT_03"/>
          <p:cNvSpPr txBox="1"/>
          <p:nvPr/>
        </p:nvSpPr>
        <p:spPr>
          <a:xfrm>
            <a:off x="822960" y="3941064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SK_INSIGHT_03</a:t>
            </a:r>
          </a:p>
        </p:txBody>
      </p:sp>
      <p:sp>
        <p:nvSpPr>
          <p:cNvPr id="17" name="SK_EXAMPLE_TAG"/>
          <p:cNvSpPr txBox="1"/>
          <p:nvPr/>
        </p:nvSpPr>
        <p:spPr>
          <a:xfrm>
            <a:off x="6309360" y="3941064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SK_EXAMPLE_TAG</a:t>
            </a:r>
          </a:p>
        </p:txBody>
      </p:sp>
      <p:sp>
        <p:nvSpPr>
          <p:cNvPr id="18" name="SK_DISCLAIMER"/>
          <p:cNvSpPr txBox="1"/>
          <p:nvPr/>
        </p:nvSpPr>
        <p:spPr>
          <a:xfrm>
            <a:off x="822960" y="4690872"/>
            <a:ext cx="25603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SK_DISCLAIMER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