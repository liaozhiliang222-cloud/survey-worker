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gantt / gantt_risk_v1</a:t>
            </a:r>
          </a:p>
        </p:txBody>
      </p:sp>
      <p:sp>
        <p:nvSpPr>
          <p:cNvPr id="10" name="SK_TIMELINE"/>
          <p:cNvSpPr txBox="1"/>
          <p:nvPr/>
        </p:nvSpPr>
        <p:spPr>
          <a:xfrm>
            <a:off x="8229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SK_TIMELINE</a:t>
            </a:r>
          </a:p>
        </p:txBody>
      </p:sp>
      <p:sp>
        <p:nvSpPr>
          <p:cNvPr id="11" name="SK_TASK_01"/>
          <p:cNvSpPr txBox="1"/>
          <p:nvPr/>
        </p:nvSpPr>
        <p:spPr>
          <a:xfrm>
            <a:off x="35661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SK_TASK_01</a:t>
            </a:r>
          </a:p>
        </p:txBody>
      </p:sp>
      <p:sp>
        <p:nvSpPr>
          <p:cNvPr id="12" name="SK_TASK_02"/>
          <p:cNvSpPr txBox="1"/>
          <p:nvPr/>
        </p:nvSpPr>
        <p:spPr>
          <a:xfrm>
            <a:off x="63093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SK_TASK_02</a:t>
            </a:r>
          </a:p>
        </p:txBody>
      </p:sp>
      <p:sp>
        <p:nvSpPr>
          <p:cNvPr id="13" name="SK_TASK_03"/>
          <p:cNvSpPr txBox="1"/>
          <p:nvPr/>
        </p:nvSpPr>
        <p:spPr>
          <a:xfrm>
            <a:off x="90525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SK_TASK_03</a:t>
            </a:r>
          </a:p>
        </p:txBody>
      </p:sp>
      <p:sp>
        <p:nvSpPr>
          <p:cNvPr id="14" name="SK_TASK_04"/>
          <p:cNvSpPr txBox="1"/>
          <p:nvPr/>
        </p:nvSpPr>
        <p:spPr>
          <a:xfrm>
            <a:off x="8229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SK_TASK_04</a:t>
            </a:r>
          </a:p>
        </p:txBody>
      </p:sp>
      <p:sp>
        <p:nvSpPr>
          <p:cNvPr id="15" name="SK_TASK_05"/>
          <p:cNvSpPr txBox="1"/>
          <p:nvPr/>
        </p:nvSpPr>
        <p:spPr>
          <a:xfrm>
            <a:off x="35661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SK_TASK_05</a:t>
            </a:r>
          </a:p>
        </p:txBody>
      </p:sp>
      <p:sp>
        <p:nvSpPr>
          <p:cNvPr id="16" name="SK_DELIVERABLE_01"/>
          <p:cNvSpPr txBox="1"/>
          <p:nvPr/>
        </p:nvSpPr>
        <p:spPr>
          <a:xfrm>
            <a:off x="63093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SK_DELIVERABLE_01</a:t>
            </a:r>
          </a:p>
        </p:txBody>
      </p:sp>
      <p:sp>
        <p:nvSpPr>
          <p:cNvPr id="17" name="SK_DELIVERABLE_02"/>
          <p:cNvSpPr txBox="1"/>
          <p:nvPr/>
        </p:nvSpPr>
        <p:spPr>
          <a:xfrm>
            <a:off x="90525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SK_DELIVERABLE_02</a:t>
            </a:r>
          </a:p>
        </p:txBody>
      </p:sp>
      <p:sp>
        <p:nvSpPr>
          <p:cNvPr id="18" name="SK_RISK_01"/>
          <p:cNvSpPr txBox="1"/>
          <p:nvPr/>
        </p:nvSpPr>
        <p:spPr>
          <a:xfrm>
            <a:off x="822960" y="3008376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SK_RISK_01</a:t>
            </a:r>
          </a:p>
        </p:txBody>
      </p:sp>
      <p:sp>
        <p:nvSpPr>
          <p:cNvPr id="19" name="SK_RISK_02"/>
          <p:cNvSpPr txBox="1"/>
          <p:nvPr/>
        </p:nvSpPr>
        <p:spPr>
          <a:xfrm>
            <a:off x="3566160" y="3008376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SK_RISK_02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