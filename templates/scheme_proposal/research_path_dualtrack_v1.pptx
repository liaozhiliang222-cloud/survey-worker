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research_path / research_path_dualtrack_v1</a:t>
            </a:r>
          </a:p>
        </p:txBody>
      </p:sp>
      <p:sp>
        <p:nvSpPr>
          <p:cNvPr id="10" name="SK_STAGE_01_TITLE"/>
          <p:cNvSpPr txBox="1"/>
          <p:nvPr/>
        </p:nvSpPr>
        <p:spPr>
          <a:xfrm>
            <a:off x="8686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SK_STAGE_01_TITLE</a:t>
            </a:r>
          </a:p>
        </p:txBody>
      </p:sp>
      <p:sp>
        <p:nvSpPr>
          <p:cNvPr id="11" name="SK_STAGE_01_ACTION"/>
          <p:cNvSpPr txBox="1"/>
          <p:nvPr/>
        </p:nvSpPr>
        <p:spPr>
          <a:xfrm>
            <a:off x="36118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SK_STAGE_01_ACTION</a:t>
            </a:r>
          </a:p>
        </p:txBody>
      </p:sp>
      <p:sp>
        <p:nvSpPr>
          <p:cNvPr id="12" name="SK_STAGE_01_OUTPUT"/>
          <p:cNvSpPr txBox="1"/>
          <p:nvPr/>
        </p:nvSpPr>
        <p:spPr>
          <a:xfrm>
            <a:off x="63550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SK_STAGE_01_OUTPUT</a:t>
            </a:r>
          </a:p>
        </p:txBody>
      </p:sp>
      <p:sp>
        <p:nvSpPr>
          <p:cNvPr id="13" name="SK_STAGE_02_TITLE"/>
          <p:cNvSpPr txBox="1"/>
          <p:nvPr/>
        </p:nvSpPr>
        <p:spPr>
          <a:xfrm>
            <a:off x="9098280" y="182880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SK_STAGE_02_TITLE</a:t>
            </a:r>
          </a:p>
        </p:txBody>
      </p:sp>
      <p:sp>
        <p:nvSpPr>
          <p:cNvPr id="14" name="SK_STAGE_02_ACTION"/>
          <p:cNvSpPr txBox="1"/>
          <p:nvPr/>
        </p:nvSpPr>
        <p:spPr>
          <a:xfrm>
            <a:off x="8686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SK_STAGE_02_ACTION</a:t>
            </a:r>
          </a:p>
        </p:txBody>
      </p:sp>
      <p:sp>
        <p:nvSpPr>
          <p:cNvPr id="15" name="SK_STAGE_02_OUTPUT"/>
          <p:cNvSpPr txBox="1"/>
          <p:nvPr/>
        </p:nvSpPr>
        <p:spPr>
          <a:xfrm>
            <a:off x="36118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SK_STAGE_02_OUTPUT</a:t>
            </a:r>
          </a:p>
        </p:txBody>
      </p:sp>
      <p:sp>
        <p:nvSpPr>
          <p:cNvPr id="16" name="SK_STAGE_03_TITLE"/>
          <p:cNvSpPr txBox="1"/>
          <p:nvPr/>
        </p:nvSpPr>
        <p:spPr>
          <a:xfrm>
            <a:off x="63550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SK_STAGE_03_TITLE</a:t>
            </a:r>
          </a:p>
        </p:txBody>
      </p:sp>
      <p:sp>
        <p:nvSpPr>
          <p:cNvPr id="17" name="SK_STAGE_03_ACTION"/>
          <p:cNvSpPr txBox="1"/>
          <p:nvPr/>
        </p:nvSpPr>
        <p:spPr>
          <a:xfrm>
            <a:off x="9098280" y="25786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SK_STAGE_03_ACTION</a:t>
            </a:r>
          </a:p>
        </p:txBody>
      </p:sp>
      <p:sp>
        <p:nvSpPr>
          <p:cNvPr id="18" name="SK_STAGE_03_OUTPUT"/>
          <p:cNvSpPr txBox="1"/>
          <p:nvPr/>
        </p:nvSpPr>
        <p:spPr>
          <a:xfrm>
            <a:off x="8686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SK_STAGE_03_OUTPUT</a:t>
            </a:r>
          </a:p>
        </p:txBody>
      </p:sp>
      <p:sp>
        <p:nvSpPr>
          <p:cNvPr id="19" name="SK_STAGE_04_TITLE"/>
          <p:cNvSpPr txBox="1"/>
          <p:nvPr/>
        </p:nvSpPr>
        <p:spPr>
          <a:xfrm>
            <a:off x="36118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SK_STAGE_04_TITLE</a:t>
            </a:r>
          </a:p>
        </p:txBody>
      </p:sp>
      <p:sp>
        <p:nvSpPr>
          <p:cNvPr id="20" name="SK_STAGE_04_ACTION"/>
          <p:cNvSpPr txBox="1"/>
          <p:nvPr/>
        </p:nvSpPr>
        <p:spPr>
          <a:xfrm>
            <a:off x="63550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SK_STAGE_04_ACTION</a:t>
            </a:r>
          </a:p>
        </p:txBody>
      </p:sp>
      <p:sp>
        <p:nvSpPr>
          <p:cNvPr id="21" name="SK_STAGE_04_OUTPUT"/>
          <p:cNvSpPr txBox="1"/>
          <p:nvPr/>
        </p:nvSpPr>
        <p:spPr>
          <a:xfrm>
            <a:off x="9098280" y="3328415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SK_STAGE_04_OUTPUT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