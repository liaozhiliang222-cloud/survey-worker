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09728" cy="6144768"/>
          </a:xfrm>
          <a:prstGeom prst="rect">
            <a:avLst/>
          </a:prstGeom>
          <a:solidFill>
            <a:srgbClr val="29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K_KICKER"/>
          <p:cNvSpPr txBox="1"/>
          <p:nvPr/>
        </p:nvSpPr>
        <p:spPr>
          <a:xfrm>
            <a:off x="749808" y="2286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SK_KICKER</a:t>
            </a:r>
          </a:p>
        </p:txBody>
      </p:sp>
      <p:sp>
        <p:nvSpPr>
          <p:cNvPr id="4" name="SK_TITLE"/>
          <p:cNvSpPr txBox="1"/>
          <p:nvPr/>
        </p:nvSpPr>
        <p:spPr>
          <a:xfrm>
            <a:off x="749808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>
                <a:solidFill>
                  <a:srgbClr val="667085"/>
                </a:solidFill>
                <a:latin typeface="Microsoft YaHei"/>
              </a:rPr>
              <a:t>SK_TITLE</a:t>
            </a:r>
          </a:p>
        </p:txBody>
      </p:sp>
      <p:sp>
        <p:nvSpPr>
          <p:cNvPr id="5" name="SK_SUBTITLE"/>
          <p:cNvSpPr txBox="1"/>
          <p:nvPr/>
        </p:nvSpPr>
        <p:spPr>
          <a:xfrm>
            <a:off x="768096" y="10607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SK_SUBTITLE</a:t>
            </a:r>
          </a:p>
        </p:txBody>
      </p:sp>
      <p:sp>
        <p:nvSpPr>
          <p:cNvPr id="6" name="SK_BRAND"/>
          <p:cNvSpPr txBox="1"/>
          <p:nvPr/>
        </p:nvSpPr>
        <p:spPr>
          <a:xfrm>
            <a:off x="749808" y="6473952"/>
            <a:ext cx="2011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SK_BRAND</a:t>
            </a:r>
          </a:p>
        </p:txBody>
      </p:sp>
      <p:sp>
        <p:nvSpPr>
          <p:cNvPr id="7" name="SK_PAGE_NO"/>
          <p:cNvSpPr txBox="1"/>
          <p:nvPr/>
        </p:nvSpPr>
        <p:spPr>
          <a:xfrm>
            <a:off x="11045952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SK_PAGE_NO</a:t>
            </a:r>
          </a:p>
        </p:txBody>
      </p:sp>
      <p:sp>
        <p:nvSpPr>
          <p:cNvPr id="8" name="SK_FOOTNOTE"/>
          <p:cNvSpPr txBox="1"/>
          <p:nvPr/>
        </p:nvSpPr>
        <p:spPr>
          <a:xfrm>
            <a:off x="2926080" y="6473952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SK_FOOTNOTE</a:t>
            </a:r>
          </a:p>
        </p:txBody>
      </p:sp>
      <p:sp>
        <p:nvSpPr>
          <p:cNvPr id="9" name="SK_KEEP"/>
          <p:cNvSpPr txBox="1"/>
          <p:nvPr/>
        </p:nvSpPr>
        <p:spPr>
          <a:xfrm>
            <a:off x="9646920" y="347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gantt / gantt_standard_v1</a:t>
            </a:r>
          </a:p>
        </p:txBody>
      </p:sp>
      <p:sp>
        <p:nvSpPr>
          <p:cNvPr id="10" name="SK_TIMELINE"/>
          <p:cNvSpPr txBox="1"/>
          <p:nvPr/>
        </p:nvSpPr>
        <p:spPr>
          <a:xfrm>
            <a:off x="822960" y="169164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SK_TIMELINE</a:t>
            </a:r>
          </a:p>
        </p:txBody>
      </p:sp>
      <p:sp>
        <p:nvSpPr>
          <p:cNvPr id="11" name="SK_TASK_01"/>
          <p:cNvSpPr txBox="1"/>
          <p:nvPr/>
        </p:nvSpPr>
        <p:spPr>
          <a:xfrm>
            <a:off x="3566160" y="169164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SK_TASK_01</a:t>
            </a:r>
          </a:p>
        </p:txBody>
      </p:sp>
      <p:sp>
        <p:nvSpPr>
          <p:cNvPr id="12" name="SK_TASK_02"/>
          <p:cNvSpPr txBox="1"/>
          <p:nvPr/>
        </p:nvSpPr>
        <p:spPr>
          <a:xfrm>
            <a:off x="6309360" y="169164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SK_TASK_02</a:t>
            </a:r>
          </a:p>
        </p:txBody>
      </p:sp>
      <p:sp>
        <p:nvSpPr>
          <p:cNvPr id="13" name="SK_TASK_03"/>
          <p:cNvSpPr txBox="1"/>
          <p:nvPr/>
        </p:nvSpPr>
        <p:spPr>
          <a:xfrm>
            <a:off x="9052560" y="1691640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SK_TASK_03</a:t>
            </a:r>
          </a:p>
        </p:txBody>
      </p:sp>
      <p:sp>
        <p:nvSpPr>
          <p:cNvPr id="14" name="SK_TASK_04"/>
          <p:cNvSpPr txBox="1"/>
          <p:nvPr/>
        </p:nvSpPr>
        <p:spPr>
          <a:xfrm>
            <a:off x="822960" y="23500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SK_TASK_04</a:t>
            </a:r>
          </a:p>
        </p:txBody>
      </p:sp>
      <p:sp>
        <p:nvSpPr>
          <p:cNvPr id="15" name="SK_TASK_05"/>
          <p:cNvSpPr txBox="1"/>
          <p:nvPr/>
        </p:nvSpPr>
        <p:spPr>
          <a:xfrm>
            <a:off x="3566160" y="23500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SK_TASK_05</a:t>
            </a:r>
          </a:p>
        </p:txBody>
      </p:sp>
      <p:sp>
        <p:nvSpPr>
          <p:cNvPr id="16" name="SK_DELIVERABLE_01"/>
          <p:cNvSpPr txBox="1"/>
          <p:nvPr/>
        </p:nvSpPr>
        <p:spPr>
          <a:xfrm>
            <a:off x="6309360" y="23500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SK_DELIVERABLE_01</a:t>
            </a:r>
          </a:p>
        </p:txBody>
      </p:sp>
      <p:sp>
        <p:nvSpPr>
          <p:cNvPr id="17" name="SK_DELIVERABLE_02"/>
          <p:cNvSpPr txBox="1"/>
          <p:nvPr/>
        </p:nvSpPr>
        <p:spPr>
          <a:xfrm>
            <a:off x="9052560" y="2350008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SK_DELIVERABLE_02</a:t>
            </a:r>
          </a:p>
        </p:txBody>
      </p:sp>
      <p:sp>
        <p:nvSpPr>
          <p:cNvPr id="18" name="SK_RISK_01"/>
          <p:cNvSpPr txBox="1"/>
          <p:nvPr/>
        </p:nvSpPr>
        <p:spPr>
          <a:xfrm>
            <a:off x="822960" y="3008376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SK_RISK_01</a:t>
            </a:r>
          </a:p>
        </p:txBody>
      </p:sp>
      <p:sp>
        <p:nvSpPr>
          <p:cNvPr id="19" name="SK_RISK_02"/>
          <p:cNvSpPr txBox="1"/>
          <p:nvPr/>
        </p:nvSpPr>
        <p:spPr>
          <a:xfrm>
            <a:off x="3566160" y="3008376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SK_RISK_02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