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09728" cy="6144768"/>
          </a:xfrm>
          <a:prstGeom prst="rect">
            <a:avLst/>
          </a:prstGeom>
          <a:solidFill>
            <a:srgbClr val="29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K_KICKER"/>
          <p:cNvSpPr txBox="1"/>
          <p:nvPr/>
        </p:nvSpPr>
        <p:spPr>
          <a:xfrm>
            <a:off x="749808" y="2286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SK_KICKER</a:t>
            </a:r>
          </a:p>
        </p:txBody>
      </p:sp>
      <p:sp>
        <p:nvSpPr>
          <p:cNvPr id="4" name="SK_TITLE"/>
          <p:cNvSpPr txBox="1"/>
          <p:nvPr/>
        </p:nvSpPr>
        <p:spPr>
          <a:xfrm>
            <a:off x="749808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>
                <a:solidFill>
                  <a:srgbClr val="667085"/>
                </a:solidFill>
                <a:latin typeface="Microsoft YaHei"/>
              </a:rPr>
              <a:t>SK_TITLE</a:t>
            </a:r>
          </a:p>
        </p:txBody>
      </p:sp>
      <p:sp>
        <p:nvSpPr>
          <p:cNvPr id="5" name="SK_SUBTITLE"/>
          <p:cNvSpPr txBox="1"/>
          <p:nvPr/>
        </p:nvSpPr>
        <p:spPr>
          <a:xfrm>
            <a:off x="768096" y="1060704"/>
            <a:ext cx="80467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SK_SUBTITLE</a:t>
            </a:r>
          </a:p>
        </p:txBody>
      </p:sp>
      <p:sp>
        <p:nvSpPr>
          <p:cNvPr id="6" name="SK_BRAND"/>
          <p:cNvSpPr txBox="1"/>
          <p:nvPr/>
        </p:nvSpPr>
        <p:spPr>
          <a:xfrm>
            <a:off x="749808" y="6473952"/>
            <a:ext cx="2011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SK_BRAND</a:t>
            </a:r>
          </a:p>
        </p:txBody>
      </p:sp>
      <p:sp>
        <p:nvSpPr>
          <p:cNvPr id="7" name="SK_PAGE_NO"/>
          <p:cNvSpPr txBox="1"/>
          <p:nvPr/>
        </p:nvSpPr>
        <p:spPr>
          <a:xfrm>
            <a:off x="11045952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SK_PAGE_NO</a:t>
            </a:r>
          </a:p>
        </p:txBody>
      </p:sp>
      <p:sp>
        <p:nvSpPr>
          <p:cNvPr id="8" name="SK_FOOTNOTE"/>
          <p:cNvSpPr txBox="1"/>
          <p:nvPr/>
        </p:nvSpPr>
        <p:spPr>
          <a:xfrm>
            <a:off x="2926080" y="6473952"/>
            <a:ext cx="6217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SK_FOOTNOTE</a:t>
            </a:r>
          </a:p>
        </p:txBody>
      </p:sp>
      <p:sp>
        <p:nvSpPr>
          <p:cNvPr id="9" name="SK_KEEP"/>
          <p:cNvSpPr txBox="1"/>
          <p:nvPr/>
        </p:nvSpPr>
        <p:spPr>
          <a:xfrm>
            <a:off x="9646920" y="347472"/>
            <a:ext cx="1691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t>key_business_decisions / decision_radial_v1</a:t>
            </a:r>
          </a:p>
        </p:txBody>
      </p:sp>
      <p:sp>
        <p:nvSpPr>
          <p:cNvPr id="10" name="SK_NODE_01_TITLE"/>
          <p:cNvSpPr txBox="1"/>
          <p:nvPr/>
        </p:nvSpPr>
        <p:spPr>
          <a:xfrm>
            <a:off x="82296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SK_NODE_01_TITLE</a:t>
            </a:r>
          </a:p>
        </p:txBody>
      </p:sp>
      <p:sp>
        <p:nvSpPr>
          <p:cNvPr id="11" name="SK_NODE_01_BODY"/>
          <p:cNvSpPr txBox="1"/>
          <p:nvPr/>
        </p:nvSpPr>
        <p:spPr>
          <a:xfrm>
            <a:off x="297180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SK_NODE_01_BODY</a:t>
            </a:r>
          </a:p>
        </p:txBody>
      </p:sp>
      <p:sp>
        <p:nvSpPr>
          <p:cNvPr id="12" name="SK_NODE_02_TITLE"/>
          <p:cNvSpPr txBox="1"/>
          <p:nvPr/>
        </p:nvSpPr>
        <p:spPr>
          <a:xfrm>
            <a:off x="512064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SK_NODE_02_TITLE</a:t>
            </a:r>
          </a:p>
        </p:txBody>
      </p:sp>
      <p:sp>
        <p:nvSpPr>
          <p:cNvPr id="13" name="SK_NODE_02_BODY"/>
          <p:cNvSpPr txBox="1"/>
          <p:nvPr/>
        </p:nvSpPr>
        <p:spPr>
          <a:xfrm>
            <a:off x="726948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SK_NODE_02_BODY</a:t>
            </a:r>
          </a:p>
        </p:txBody>
      </p:sp>
      <p:sp>
        <p:nvSpPr>
          <p:cNvPr id="14" name="SK_NODE_03_TITLE"/>
          <p:cNvSpPr txBox="1"/>
          <p:nvPr/>
        </p:nvSpPr>
        <p:spPr>
          <a:xfrm>
            <a:off x="941832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SK_NODE_03_TITLE</a:t>
            </a:r>
          </a:p>
        </p:txBody>
      </p:sp>
      <p:sp>
        <p:nvSpPr>
          <p:cNvPr id="15" name="SK_NODE_03_BODY"/>
          <p:cNvSpPr txBox="1"/>
          <p:nvPr/>
        </p:nvSpPr>
        <p:spPr>
          <a:xfrm>
            <a:off x="822960" y="2532887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SK_NODE_03_BODY</a:t>
            </a:r>
          </a:p>
        </p:txBody>
      </p:sp>
      <p:sp>
        <p:nvSpPr>
          <p:cNvPr id="16" name="SK_NODE_04_TITLE"/>
          <p:cNvSpPr txBox="1"/>
          <p:nvPr/>
        </p:nvSpPr>
        <p:spPr>
          <a:xfrm>
            <a:off x="2971800" y="2532887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SK_NODE_04_TITLE</a:t>
            </a:r>
          </a:p>
        </p:txBody>
      </p:sp>
      <p:sp>
        <p:nvSpPr>
          <p:cNvPr id="17" name="SK_NODE_04_BODY"/>
          <p:cNvSpPr txBox="1"/>
          <p:nvPr/>
        </p:nvSpPr>
        <p:spPr>
          <a:xfrm>
            <a:off x="5120640" y="2532887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SK_NODE_04_BODY</a:t>
            </a:r>
          </a:p>
        </p:txBody>
      </p:sp>
      <p:sp>
        <p:nvSpPr>
          <p:cNvPr id="18" name="SK_NODE_05_TITLE"/>
          <p:cNvSpPr txBox="1"/>
          <p:nvPr/>
        </p:nvSpPr>
        <p:spPr>
          <a:xfrm>
            <a:off x="7269480" y="2532887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SK_NODE_05_TITLE</a:t>
            </a:r>
          </a:p>
        </p:txBody>
      </p:sp>
      <p:sp>
        <p:nvSpPr>
          <p:cNvPr id="19" name="SK_NODE_05_BODY"/>
          <p:cNvSpPr txBox="1"/>
          <p:nvPr/>
        </p:nvSpPr>
        <p:spPr>
          <a:xfrm>
            <a:off x="9418320" y="2532887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SK_NODE_05_BODY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